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E4F709-B2E2-450D-81E4-C946F09203E1}">
  <a:tblStyle styleId="{4CE4F709-B2E2-450D-81E4-C946F09203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251738c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251738c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8251738c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8251738c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8251738c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8251738c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251738c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8251738c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8251738c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8251738c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8251738c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8251738c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8251738c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8251738c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8251738c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8251738c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8251738c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8251738c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251738c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8251738c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palchukgerman@gmail.com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almostkitty" TargetMode="External"/><Relationship Id="rId4" Type="http://schemas.openxmlformats.org/officeDocument/2006/relationships/hyperlink" Target="https://github.com/almostkitty" TargetMode="External"/><Relationship Id="rId9" Type="http://schemas.openxmlformats.org/officeDocument/2006/relationships/hyperlink" Target="https://stepik.org/cert/2493371" TargetMode="External"/><Relationship Id="rId5" Type="http://schemas.openxmlformats.org/officeDocument/2006/relationships/hyperlink" Target="https://github.com/almostkitty/quiz-xakaton" TargetMode="External"/><Relationship Id="rId6" Type="http://schemas.openxmlformats.org/officeDocument/2006/relationships/hyperlink" Target="https://github.com/almostkitty/quiz-xakaton" TargetMode="External"/><Relationship Id="rId7" Type="http://schemas.openxmlformats.org/officeDocument/2006/relationships/hyperlink" Target="https://github.com/almostkitty/UBo" TargetMode="External"/><Relationship Id="rId8" Type="http://schemas.openxmlformats.org/officeDocument/2006/relationships/hyperlink" Target="https://github.com/almostkitty/llm-audit-servic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Самопрезентация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Пальчук Герман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Junior backend-разработчик / стажёр backend (Python)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Санкт-Петербург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Контакты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Телефон: +7 (953) 354-68-72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Email: </a:t>
            </a:r>
            <a:r>
              <a:rPr lang="ru" u="sng">
                <a:solidFill>
                  <a:schemeClr val="hlink"/>
                </a:solidFill>
                <a:hlinkClick r:id="rId3"/>
              </a:rPr>
              <a:t>palchukgerman@gmail.com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GitHub: https://github.com/almostkitty</a:t>
            </a:r>
            <a:endParaRPr/>
          </a:p>
        </p:txBody>
      </p:sp>
      <p:pic>
        <p:nvPicPr>
          <p:cNvPr id="94" name="Google Shape;94;p14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0301" y="1853851"/>
            <a:ext cx="1967849" cy="196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 себе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22 года, выпуск бакалавриата 2026 г.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Направление: </a:t>
            </a:r>
            <a:r>
              <a:rPr lang="ru"/>
              <a:t>«Информатика и вычислительная техника», РГПУ им. А. И. Герцена, Санкт-Петербург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 Фокус: </a:t>
            </a:r>
            <a:r>
              <a:rPr lang="ru"/>
              <a:t>backend веб-разработка — серверная логика, API, работа с данными и инфраструктурой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Готов к полной занятости; формат офис / гибрид / удалённо — по договорённости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на собеседовании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Цель: пройти отбор на роль junior / стажёра в разработке (backend, веб-сервисы).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Что могу дать команде сразу:     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практика на Python: Django, Flask, FastAPI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SQL, PostgreSQL, REST API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Docker, Git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JavaScript — для задач на стыке с backend и интеграций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дисциплина в сроках, умение работать по постановке задачи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Технологический стек</a:t>
            </a:r>
            <a:endParaRPr/>
          </a:p>
        </p:txBody>
      </p:sp>
      <p:graphicFrame>
        <p:nvGraphicFramePr>
          <p:cNvPr id="112" name="Google Shape;112;p17"/>
          <p:cNvGraphicFramePr/>
          <p:nvPr/>
        </p:nvGraphicFramePr>
        <p:xfrm>
          <a:off x="952500" y="18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{4CE4F709-B2E2-450D-81E4-C946F09203E1}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Область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Инструменты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Backend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Python, Django, Flask, FastAPI, REST API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Данные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SQL, PostgreSQL, pandas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Инфраструктура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Docker, Git, командная строка, JSON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Смежно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JavaScript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Языки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RU, EN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и дополнительное обучение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Вуз: РГПУ им. А. И. Герцена, ИВТ, бакалавриат (2022–2026)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Курсы и тренажёры: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2026 — «Инженер данных», АНО ДПО «Образовательные технологии Яндекса»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2024 — «Машинное и глубокое обучение», цифровая кафедра ЛЭТИ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2024 — интерактивный тренажёр по SQL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Дополнительно в резюме: ETL, Apache Airflow.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Достижение: хакатон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 место на хакатоне (командный проект)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Проект:</a:t>
            </a:r>
            <a:r>
              <a:rPr lang="ru"/>
              <a:t> веб-квиз с мультиплеером в реальном времени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Стек:</a:t>
            </a:r>
            <a:r>
              <a:rPr lang="ru"/>
              <a:t> FastAPI · WebSocket · Vue · Docker · Nginx · Redis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Репозиторий:</a:t>
            </a:r>
            <a:r>
              <a:rPr lang="ru"/>
              <a:t> https://github.com/almostkitty/quiz-xakaton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1899" y="2224050"/>
            <a:ext cx="2816250" cy="11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Портфолио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Профиль GitHub    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https://github.com/almostkitt</a:t>
            </a:r>
            <a:r>
              <a:rPr lang="ru" u="sng">
                <a:solidFill>
                  <a:schemeClr val="hlink"/>
                </a:solidFill>
                <a:hlinkClick r:id="rId4"/>
              </a:rPr>
              <a:t>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Хакатон (3 место)    </a:t>
            </a:r>
            <a:r>
              <a:rPr lang="ru" u="sng">
                <a:solidFill>
                  <a:schemeClr val="hlink"/>
                </a:solidFill>
                <a:hlinkClick r:id="rId5"/>
              </a:rPr>
              <a:t>https://github.com/almostkitty/quiz-xakato</a:t>
            </a:r>
            <a:r>
              <a:rPr lang="ru" u="sng">
                <a:solidFill>
                  <a:schemeClr val="hlink"/>
                </a:solidFill>
                <a:hlinkClick r:id="rId6"/>
              </a:rPr>
              <a:t>n</a:t>
            </a:r>
            <a:r>
              <a:rPr lang="ru"/>
              <a:t>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Проект 1    </a:t>
            </a:r>
            <a:r>
              <a:rPr lang="ru" u="sng">
                <a:solidFill>
                  <a:schemeClr val="hlink"/>
                </a:solidFill>
                <a:hlinkClick r:id="rId7"/>
              </a:rPr>
              <a:t>https://github.com/almostkitty/UBo</a:t>
            </a:r>
            <a:r>
              <a:rPr lang="ru"/>
              <a:t> t 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Проект 2    </a:t>
            </a:r>
            <a:r>
              <a:rPr lang="ru" u="sng">
                <a:solidFill>
                  <a:schemeClr val="hlink"/>
                </a:solidFill>
                <a:hlinkClick r:id="rId8"/>
              </a:rPr>
              <a:t>https://github.com/almostkitty/llm-audit-service</a:t>
            </a:r>
            <a:r>
              <a:rPr lang="ru"/>
              <a:t>     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Сертификат (Stepik)    </a:t>
            </a:r>
            <a:r>
              <a:rPr lang="ru" u="sng">
                <a:solidFill>
                  <a:schemeClr val="hlink"/>
                </a:solidFill>
                <a:hlinkClick r:id="rId9"/>
              </a:rPr>
              <a:t>https://stepik.org/cert/2493371</a:t>
            </a:r>
            <a:r>
              <a:rPr lang="ru"/>
              <a:t> 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я подхожу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Есть подтверждённый результат в команде: призовое место на хакатоне, проект доведён до демо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Реальный опыт со стеком backend и контейнеризации, не только «проходил курсы»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Умею учиться и подстраиваться под стек команды (очереди, CI/CD, оркестрация — по мере задач)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Английский B2 — документация, переписка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на первые 3–6 месяцев в команде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Быстро встроиться в стандарты код-ревью и процессы команды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Закрывать небольшие задачи под наставника с предсказуемым качеством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Укрепить API и серверную логику в продуктовом коде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Углубить инфраструктуру под проект; при необходимости — HTML/CSS для полноты fullstack-картины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Готов ответить на вопросы и выполнить тестовое задание.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/>
              <a:t>Контакты: +7 (953) 354-68-72 · palchukgerman@gmail.com · github.com/almostkitty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