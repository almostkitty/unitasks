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b22c1a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3b22c1a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3b22c1aa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3b22c1a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3b22c1aa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3b22c1a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3b22c1aa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3b22c1aa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6ea1a239a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6ea1a239a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3b22c1aa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3b22c1aa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b22c1aa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3b22c1aa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b22c1aa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b22c1aa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3b22c1aa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3b22c1aa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3b22c1aa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3b22c1aa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3b22c1aa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3b22c1aa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6ea1a239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6ea1a239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Московский комсомолец</a:t>
            </a:r>
            <a:endParaRPr sz="4000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1494" l="0" r="0" t="26761"/>
          <a:stretch/>
        </p:blipFill>
        <p:spPr>
          <a:xfrm>
            <a:off x="491525" y="2710000"/>
            <a:ext cx="3168426" cy="16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Подготовил Пальчук Герман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Название и год создания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435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«Московский комсомолец» (сокр. МК) – известная общественно-политическая газета, издающаяся в Москве. Первый номер газеты вышел 11 декабря 1919 года (поначалу под названием «Юный коммунар»). Электронная версия издания – новостной портал MK.ru – начала работу в 1997 году.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400" y="1170125"/>
            <a:ext cx="4168200" cy="3122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Цель и задачи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Миссия МК – оперативно информировать читателей о событиях страны и мира. Редакция подчеркивает, что ориентируется на актуальность и достоверность информации (слоган газеты: «Актуальность и достоверность – не лозунг, а принцип существования»). Материалы МК включают репортажи, экспертные аналитические статьи, интервью и публицистику, а также эксклюзивные сведения с иллюстративным фото- и видео­рядом. Все новости, по данным редакции, поступают из авторитетных источников и проходят строгую редакторскую проверку.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Основные направления деятельности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Издательский дом «Московский комсомолец» (АО «Редакция газеты „МК“») осуществляет многопрофильную медиадеятельность. Он выпускает ежедневную газетную версию («МК» выходит 6 раз в неделю), поддерживает крупный новостной интернет-портал MK.ru и специализированные онлайн-ресурсы (например, «СпортМК», «АвтоВзгляд», «WomanHit» и другие). Компания также производит мультимедийные проекты: у МК есть собственный телеканал «МК-ТВ» и различные спецпроекты. По данным издательского дома, на базе «МК» действует более 90 различных изданий и проектов, общий месячный тираж всей продукции составляет около 30 млн экземпляров.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850" y="2761338"/>
            <a:ext cx="1753050" cy="7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800" y="2705863"/>
            <a:ext cx="2240376" cy="8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2900" y="2667000"/>
            <a:ext cx="2609650" cy="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Тематические разделы сайта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На сайте MK.ru представлены практически все главные новостные рубрики. В верхнем меню – «Новости», «Эксклюзивы» и тематические разделы: «Политика», «Экономика», «Происшествия», «Общество», «Спорт», «Наука», «Культура», «Недвижимость», «Авто», а также информационные ленты по регионам («Москва», «Подмосковье») и мультимедиа-разделы («Фото», «Видео», «Прямые эфиры МК» и т.д.).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00" y="2249302"/>
            <a:ext cx="7434399" cy="9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Сайт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863" y="1017725"/>
            <a:ext cx="6396275" cy="407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Возрастные ограничения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838000"/>
            <a:ext cx="85206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Электронное издание MK.ru отмечено возрастным рейтингом 16+ (предназначено для лиц старше 16 лет). Это указано на сайте рядом с логотипом, что означает публикацию материалов, рассчитанных на взрослую аудиторию.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296700" y="2074025"/>
            <a:ext cx="8535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Электронное издание MK.ru зарегистрировано Федеральной службой по надзору в сфере связи, ИКТ и СМИ (Роскомнадзор) как СМИ-«электронное СМИ» под номером Эл № ФС77-79310. Юридически «МК» выпускается АО «Редакция газеты „Московский Комсомолец“» (ОГРН 1027739281976, ИНН 7703046121). Редакция находится в Москве по адресу ул. 1905 года, д. 7, стр. 1.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11700" y="17878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Орган регистрации СМИ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/>
              <a:t>Руководство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32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Генеральный директор и главный редактор МК – Павел Николаевич Гусев. Он же является одним из учредителей издания. (По информации Роскомнадзора и официальных страниц МК, Гусев возглавляет редакцию с 1983 года.) Редакционная коллегия МК, кроме того, включает ведущих журналистов и экспертов разных направлений, но публичных данных о составе коллегии на сайте нет.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050" y="1017725"/>
            <a:ext cx="2561750" cy="25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Структура сайта и издательства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АО «Редакция газеты „МК“» – закрытое акционерное общество (полное юридическое название выше), в структуру которого входят газета «Московский комсомолец», интернет-портал MK.ru и другие проекты (женские, спортивные издания, СМИ о туризме и др.). На сайте MK.ru структура проста: главная страница с новостными лентами, разделы по темам (см. выше), раздел «Пресс-центр» (для официальных обращений) и подразделы для читателей/рекламодателей (подписка, контакты, реклама и т.д.). Издательский дом «МК» также имеет сеть региональных филиалов – локальные версии сайта для разных городов России (например, mkgazeta.ru в Челябинске, spb.mk.ru в Петербурге и др.).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Источники информации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Редакция МК в основном опирается на информацию от официальных и авторитетных источников – сообщения государственных ведомств, пресс-службы компаний и органов власти, материалы корреспондентов из разных регионов, информацию от коллег-журналистов и партнерских агентств. По заявлению сайта, «Новости MK.RU поступают из авторитетных источников и проходят тщательную редакторскую экспертизу». Это подразумевает внутренний отбор и проверку фактов перед публикацией.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Оценка качества информации</a:t>
            </a:r>
            <a:endParaRPr b="1" sz="11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Сам издание позиционирует себя как оперативный источник с соблюдением стандартов качества: слоган «Актуальность и достоверность – принцип существования» подчёркивает стремление к свежести и правдивости. Благодаря активной редакторской работе и использованию официальных источников, новости обычно выходят быстро и содержательно. Материалы МК, как правило, подробны и информационно насыщенны (они часто сопровождаются фото- и видеорепортажами). Однако стиль подачи иногда бывает эмоциональным и «журналистским» – МК склонен к яркой, публицистической подаче материала (в духе таблоида), что может влиять на восприятие текста читателем. В целом информация на MK.ru актуальна и проверяема, но читателю следует учитывать характер подачи: есть наклонность к сенсационности и акценту на «острых» фактах.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100"/>
              <a:t>Каналы YouTube и соцсетей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«МК» активно представлен в интернете помимо сайта. Имеются официальные группы в социальных сетях: страница в «ВКонтакте» и сообщество в «Одноклассниках», каналы в мессенджере Telegram и в Viber, а также собственная новостная лента на Яндекс.Дзен. Кроме того, у издательского дома есть YouTube-канал «МК ТВ» – он публикует видео-репортажи, интервью и аналитические передачи (информация об этом канале размещена на сайте и на самом YouTube-канале «МК-ТВ»). Таким образом, МК использует множество площадок для распространения контента.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50" y="2296619"/>
            <a:ext cx="4428199" cy="9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2450" y="2313201"/>
            <a:ext cx="2455151" cy="7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442" y="3417650"/>
            <a:ext cx="5756881" cy="9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