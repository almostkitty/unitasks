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5502f7e45_0_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5502f7e45_0_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5502f7e4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5502f7e4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5502f7e4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5502f7e4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502f7e4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5502f7e4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5502f7e45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d5502f7e45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5502f7e4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5502f7e4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5502f7e45_0_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5502f7e45_0_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5502f7e45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5502f7e4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5502f7e45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5502f7e45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5502f7e45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5502f7e45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5502f7e4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5502f7e4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5502f7e45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5502f7e45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5502f7e4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5502f7e4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/>
              <a:t>Сергей Алексеевич Лебедев — основоположник отечественной вычислительной техники</a:t>
            </a:r>
            <a:endParaRPr sz="35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Подготовил Пальчук Г.А.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Кто такой Сергей Лебедев?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Советский учёный и инженер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Один из создателей первых ЭВМ в СССР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Основатель отечественной школы вычислительной техники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Академик Академии наук СССР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300" y="1143000"/>
            <a:ext cx="2028825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Краткая биография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Родился: 2 ноября 1902 года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Место рождения: Нижний Новгород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Умер: 3 июля 1974 года, Москва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Образование: МВТУ им. Баумана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Начало научной деятельности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Работал в области электроэнергетики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Изучал устойчивость энергосистем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Занимался автоматическим управлением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Получил опыт сложных инженерных расчётов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Почему возникла необходимость ЭВМ?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Сложные расчёты в науке и технике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Военные задачи (баллистика)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Развитие энергетики и промышленности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Ручные вычисления стали слишком медленными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МЭСМ</a:t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МЭСМ — Малая электронная счётная машина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Разрабатывалась в Киеве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Запущена в 1950 году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Первая электронная ЭВМ в СССР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400" y="1340975"/>
            <a:ext cx="3933275" cy="24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27650" y="1223557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Особенности МЭСМ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788299"/>
            <a:ext cx="4260300" cy="27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Работала на электронных лампах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Программа хранилась в памяти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Занимала большое помещение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Выполняла тысячи операций в секунду</a:t>
            </a:r>
            <a:endParaRPr/>
          </a:p>
        </p:txBody>
      </p:sp>
      <p:sp>
        <p:nvSpPr>
          <p:cNvPr id="126" name="Google Shape;126;p19"/>
          <p:cNvSpPr txBox="1"/>
          <p:nvPr>
            <p:ph type="title"/>
          </p:nvPr>
        </p:nvSpPr>
        <p:spPr>
          <a:xfrm>
            <a:off x="4572000" y="1186050"/>
            <a:ext cx="426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Значение МЭСМ</a:t>
            </a:r>
            <a:endParaRPr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4572000" y="1788175"/>
            <a:ext cx="4260300" cy="27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Доказала возможность создания ЭВМ в СССР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Использовалась для научных расчётов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Стала основой дальнейших разработок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Положила начало компьютерной отрасли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БЭСМ — следующий шаг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9450" y="2078875"/>
            <a:ext cx="38751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БЭСМ — Большая электронная счётная машина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Первая модель — 1953 год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Более высокая производительность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ru"/>
              <a:t>Использовалась для сложных задач государства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425" y="1195575"/>
            <a:ext cx="4267200" cy="2752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Развитие вычислительной техники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Создание новых моделей БЭСМ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Переход от ламп к полупроводникам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Увеличение скорости работы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Расширение областей применения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Научная школа Лебедева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Подготовил множество специалистов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Создал научные коллективы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Развивал кибернетику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Влиял на развитие ИТ в СССР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Награды и признание</a:t>
            </a:r>
            <a:endParaRPr/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Герой Социалистического Труда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Государственные премии Ордена СССР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Признание как одного из ведущих учёных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725" y="1017725"/>
            <a:ext cx="22860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Вклад в науку</a:t>
            </a:r>
            <a:endParaRPr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Создание первых ЭВМ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Развитие вычислительных технологий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Формирование научной школы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ru"/>
              <a:t>Влияние на современную информатику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Заключение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Сергей Лебедев сыграл ключевую роль в развитии вычислительной техники в СССР. Его разработки и научная деятельность заложили основу для современной компьютерной индустрии.</a:t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575" y="1853850"/>
            <a:ext cx="3931901" cy="217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